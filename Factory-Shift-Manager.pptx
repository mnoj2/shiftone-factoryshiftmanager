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0" r:id="rId4"/>
    <p:sldId id="261" r:id="rId5"/>
    <p:sldId id="266" r:id="rId6"/>
    <p:sldId id="263" r:id="rId7"/>
    <p:sldId id="264" r:id="rId8"/>
    <p:sldId id="265" r:id="rId9"/>
    <p:sldId id="271" r:id="rId10"/>
    <p:sldId id="267" r:id="rId11"/>
    <p:sldId id="268" r:id="rId12"/>
    <p:sldId id="270" r:id="rId13"/>
  </p:sldIdLst>
  <p:sldSz cx="14630400" cy="8229600"/>
  <p:notesSz cx="8229600" cy="14630400"/>
  <p:embeddedFontLst>
    <p:embeddedFont>
      <p:font typeface="Inter" panose="02000503000000020004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1.fntdata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737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BB8D4-4DC4-428E-06D1-E4C832BDE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6B82F-DDAC-F903-A8AB-781887531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C2C3E-AA88-73AC-419E-5F4E923D9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3E8F7-1F4D-5D28-C7C0-C26027535A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62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4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9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0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1.xml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3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4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86501"/>
            <a:ext cx="91089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ShiftOne - Factory Shift Manager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93790" y="364890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 Web-Based Attendance &amp; Shift Tracking System for Factory Workers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3790" y="4470949"/>
            <a:ext cx="13042821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793790" y="476202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Presented by: MANOJKUMAR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3790" y="50740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Date: 31-03-26</a:t>
            </a:r>
            <a:endParaRPr lang="en-US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7E2B4A-86E7-38E6-8E17-B6E2CB304B70}"/>
              </a:ext>
            </a:extLst>
          </p:cNvPr>
          <p:cNvSpPr/>
          <p:nvPr/>
        </p:nvSpPr>
        <p:spPr>
          <a:xfrm>
            <a:off x="11831444" y="7315200"/>
            <a:ext cx="2798956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9" y="25496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What is ShiftOne?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93789" y="375189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2400" dirty="0"/>
              <a:t>ShiftOne is a full-stack web application built to digitize and streamline factory attendance and shift tracking. It replaces manual logbooks with a secure, role-based platform where workers sign in and sign off</a:t>
            </a:r>
            <a:r>
              <a:rPr lang="en-IN" sz="2400" dirty="0"/>
              <a:t>,</a:t>
            </a:r>
            <a:r>
              <a:rPr lang="en-US" sz="2400" dirty="0"/>
              <a:t> supervisors monitor attendance, and admins manage the </a:t>
            </a:r>
            <a:r>
              <a:rPr lang="en-IN" sz="2400" dirty="0"/>
              <a:t>users</a:t>
            </a:r>
            <a:r>
              <a:rPr lang="en-US" sz="2400" dirty="0"/>
              <a:t> efficiently.</a:t>
            </a:r>
            <a:endParaRPr lang="en-US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81C40-2F3A-5763-D624-6942A8C22636}"/>
              </a:ext>
            </a:extLst>
          </p:cNvPr>
          <p:cNvSpPr/>
          <p:nvPr/>
        </p:nvSpPr>
        <p:spPr>
          <a:xfrm>
            <a:off x="11831444" y="7315200"/>
            <a:ext cx="2798956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83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Technologies Used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93790" y="2230755"/>
            <a:ext cx="13042821" cy="4930378"/>
          </a:xfrm>
          <a:prstGeom prst="roundRect">
            <a:avLst>
              <a:gd name="adj" fmla="val 19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801410" y="223837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1028224" y="238208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Layer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45824" y="238208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Technology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01410" y="288869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1028224" y="303240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Frontend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45824" y="3032403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Angular 19, TypeScript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1410" y="353901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1028224" y="368272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Backend API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45824" y="368272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ASP.NET Core (.NET 8), C#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1410" y="418933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1028224" y="433304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OCR Service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545824" y="433304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Python, FastAPI, PaddleOCR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1410" y="483965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1028224" y="498336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Database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45824" y="498336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Microsoft SQL Server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1410" y="548997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1028224" y="563368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Authentication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45824" y="563368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JWT Access Tokens + Refresh Tokens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01410" y="6140291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1028224" y="628400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45824" y="6284000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Clean Architecture (Domain, Application, Infrastructure, API)</a:t>
            </a:r>
            <a:endParaRPr lang="en-US" sz="2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4DAD18-D5D5-5E6B-F1FF-1339C6500733}"/>
              </a:ext>
            </a:extLst>
          </p:cNvPr>
          <p:cNvSpPr/>
          <p:nvPr/>
        </p:nvSpPr>
        <p:spPr>
          <a:xfrm>
            <a:off x="11831444" y="7315200"/>
            <a:ext cx="2798956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9837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How It All Connects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93790" y="336077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The system's core components are designed for robust and efficient operation, following a Clean Architecture approach with clear separation into Domain, Application, Infrastructure, and API layers.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4341733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Angular Frontend:</a:t>
            </a: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Communicates with the backend via RESTful APIs.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ASP.NET Core Backend:</a:t>
            </a: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Handles business logic, authentication, and data access through stored procedures.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Python OCR Microservice:</a:t>
            </a: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Extracts employee details (name, email, phone, role) from scanned registration forms.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SQL Server Database:</a:t>
            </a: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Stores user profiles, attendance records, and authentication tokens.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31A93C-BB45-B28A-BB69-555E4A72E78E}"/>
              </a:ext>
            </a:extLst>
          </p:cNvPr>
          <p:cNvSpPr/>
          <p:nvPr/>
        </p:nvSpPr>
        <p:spPr>
          <a:xfrm>
            <a:off x="11831444" y="7315200"/>
            <a:ext cx="2798956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527" y="633174"/>
            <a:ext cx="5618559" cy="702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Database Design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86527" y="1758434"/>
            <a:ext cx="4494848" cy="56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Users 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527" y="2320171"/>
            <a:ext cx="13057346" cy="793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Stores employee profile: ID, Name, Email, Password Hash, Phone, Role</a:t>
            </a:r>
            <a:endParaRPr lang="en-US" sz="20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Supports refresh token storage for session management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527" y="3416517"/>
            <a:ext cx="5764054" cy="56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Attendance Records Table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86527" y="4108818"/>
            <a:ext cx="13057346" cy="1229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Tracks: User ID, Date, Status, Sign-In Time, Sign-Off Time, Total Hours</a:t>
            </a:r>
            <a:endParaRPr lang="en-US" sz="20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Foreign key relationship with Users table</a:t>
            </a:r>
            <a:endParaRPr lang="en-US" sz="20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Unique constraint prevents duplicate records per user per day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527" y="5599384"/>
            <a:ext cx="4494848" cy="56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Stored Procedures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86527" y="6238191"/>
            <a:ext cx="13057346" cy="793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All database operations use stored procedures for security and performance</a:t>
            </a:r>
            <a:endParaRPr lang="en-US" sz="200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Examples: sp_add_attendance, sp_get_active_shift, sp_get_today_attendance_summary, sp_get_monthly_records</a:t>
            </a:r>
            <a:endParaRPr lang="en-US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0CF7C2-CF3A-63FF-A6E1-614956658DE9}"/>
              </a:ext>
            </a:extLst>
          </p:cNvPr>
          <p:cNvSpPr/>
          <p:nvPr/>
        </p:nvSpPr>
        <p:spPr>
          <a:xfrm>
            <a:off x="11831444" y="7315200"/>
            <a:ext cx="2798956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DD85AA-D132-C512-4A1D-A75FDCD0C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073" y="633173"/>
            <a:ext cx="4030800" cy="59040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527" y="633174"/>
            <a:ext cx="5618559" cy="702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Worker Dashboard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86527" y="1680913"/>
            <a:ext cx="4494848" cy="56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Shift Start (Sign-In)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86527" y="2242650"/>
            <a:ext cx="13057346" cy="1229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Worker clicks "Sign In" to record the start of their shift.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dirty="0"/>
              <a:t>The system captures the worker's GPS location and verifies they are within the allowed factory radius before allowing </a:t>
            </a:r>
          </a:p>
          <a:p>
            <a:pPr>
              <a:lnSpc>
                <a:spcPts val="2800"/>
              </a:lnSpc>
              <a:buSzPct val="100000"/>
            </a:pPr>
            <a:r>
              <a:rPr lang="en-US" dirty="0"/>
              <a:t>      sign-in.</a:t>
            </a:r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The system checks for an existing record on the same day to prevent duplicate sign-ins.</a:t>
            </a:r>
            <a:endParaRPr lang="en-US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Sign-in time is captured automatically.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6527" y="4240627"/>
            <a:ext cx="4494848" cy="56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Shift End (Sign-Off)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86527" y="4802364"/>
            <a:ext cx="13057346" cy="1229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Worker clicks "Sign Off" to end their shift.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dirty="0"/>
              <a:t>Location verification is performed again to ensure the worker is within the factory premises.</a:t>
            </a:r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The system calculates total hours worked.</a:t>
            </a:r>
            <a:endParaRPr lang="en-US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If a worker forgets to sign off, they will be reminded the other day.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6527" y="6449438"/>
            <a:ext cx="4494848" cy="56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Attendance History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86527" y="7004176"/>
            <a:ext cx="13057346" cy="357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Workers can view their personal attendance history with date.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F11E8F-D76A-8DE0-9A09-3974E40A4934}"/>
              </a:ext>
            </a:extLst>
          </p:cNvPr>
          <p:cNvSpPr/>
          <p:nvPr/>
        </p:nvSpPr>
        <p:spPr>
          <a:xfrm>
            <a:off x="11831444" y="7315200"/>
            <a:ext cx="2798956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06217"/>
            <a:ext cx="87862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Real-Time Monitoring &amp; Reports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93790" y="3797367"/>
            <a:ext cx="13042821" cy="171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View number of currently signed in workers.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Daily attendance summary showing each worker's sign-in time, sign-off time, and total hours.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Filter attendance records by date or date range.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View monthly attendance reports.</a:t>
            </a:r>
            <a:endParaRPr lang="en-US" sz="20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5BF3410C-281A-9815-BDBB-EC6DECBC34EC}"/>
              </a:ext>
            </a:extLst>
          </p:cNvPr>
          <p:cNvSpPr/>
          <p:nvPr/>
        </p:nvSpPr>
        <p:spPr>
          <a:xfrm>
            <a:off x="786527" y="984289"/>
            <a:ext cx="5618559" cy="702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Supervisor Dashboard</a:t>
            </a:r>
            <a:endParaRPr lang="en-US" sz="6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AA0AAF-DCE5-3E93-404E-5A014ED3B966}"/>
              </a:ext>
            </a:extLst>
          </p:cNvPr>
          <p:cNvSpPr/>
          <p:nvPr/>
        </p:nvSpPr>
        <p:spPr>
          <a:xfrm>
            <a:off x="11831444" y="7315200"/>
            <a:ext cx="2798956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9641"/>
            <a:ext cx="88266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Admin Dashboard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93790" y="251019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User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93789" y="307717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Admin can add, edit, and delete worker and supervisor accounts, and view the complete user directory with roles and contact information.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3789" y="4216149"/>
            <a:ext cx="59266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OCR-Powered Registration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93790" y="4783125"/>
            <a:ext cx="13042821" cy="139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Upload Form: Upload a scanned employee registration form.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Data Extraction: The OCR microservice (PaddleOCR) automatically extracts Name, Email, Phone Number, and Role.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Auto-Fill Form: Extracted data auto-fills the registration form, reducing manual data entry.</a:t>
            </a:r>
            <a:endParaRPr lang="en-US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E49353-EF84-FFCC-D0CC-4CE71465C32E}"/>
              </a:ext>
            </a:extLst>
          </p:cNvPr>
          <p:cNvSpPr/>
          <p:nvPr/>
        </p:nvSpPr>
        <p:spPr>
          <a:xfrm>
            <a:off x="11831444" y="7315200"/>
            <a:ext cx="2798956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F6F9B-EDAE-D349-50F2-A88E8004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EC450D-90BB-4E9E-A664-468E3164D598}"/>
              </a:ext>
            </a:extLst>
          </p:cNvPr>
          <p:cNvSpPr/>
          <p:nvPr/>
        </p:nvSpPr>
        <p:spPr>
          <a:xfrm>
            <a:off x="526160" y="404383"/>
            <a:ext cx="88266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Result</a:t>
            </a:r>
            <a:endParaRPr lang="en-US" sz="5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1A19CE-BD82-BA6D-EF99-E19A1FD299CD}"/>
              </a:ext>
            </a:extLst>
          </p:cNvPr>
          <p:cNvSpPr/>
          <p:nvPr/>
        </p:nvSpPr>
        <p:spPr>
          <a:xfrm>
            <a:off x="11831444" y="7315200"/>
            <a:ext cx="2798956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8E824A-009D-4585-DFF2-CE04390DF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20" y="1275139"/>
            <a:ext cx="7272640" cy="34772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340E3F-A885-40EE-3CC9-B2B44E013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760" y="1275139"/>
            <a:ext cx="7272640" cy="347723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9709AA-FF4D-6F43-DC23-8998027EA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0160" y="4752370"/>
            <a:ext cx="7230080" cy="34772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6748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3377"/>
            <a:ext cx="88789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Key Functionalities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93789" y="2385655"/>
            <a:ext cx="13042821" cy="3458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000" b="1" dirty="0"/>
              <a:t>Role-Based Access:</a:t>
            </a:r>
            <a:r>
              <a:rPr lang="en-US" sz="2000" dirty="0"/>
              <a:t> Dedicated dashboards for Workers, Supervisors, and Admins with JWT-secured login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000" b="1" dirty="0"/>
              <a:t>Digital Sign-In / Sign-Off:</a:t>
            </a:r>
            <a:r>
              <a:rPr lang="en-US" sz="2000" dirty="0"/>
              <a:t> Workers record shift start and end times with a single click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000" b="1" dirty="0"/>
              <a:t>Location-Based Verification:</a:t>
            </a:r>
            <a:r>
              <a:rPr lang="en-US" sz="2000" dirty="0"/>
              <a:t> GPS geofencing ensures attendance can only be marked from within the factory premises using the Haversine formula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000" b="1" dirty="0"/>
              <a:t>Duplicate Prevention:</a:t>
            </a:r>
            <a:r>
              <a:rPr lang="en-US" sz="2000" dirty="0"/>
              <a:t> System blocks multiple sign-ins on the same day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000" b="1" dirty="0"/>
              <a:t>Automatic Hour Calculation:</a:t>
            </a:r>
            <a:r>
              <a:rPr lang="en-US" sz="2000" dirty="0"/>
              <a:t> Total shift hours computed instantly on sign-off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000" b="1" dirty="0"/>
              <a:t>Supervisor Dashboard:</a:t>
            </a:r>
            <a:r>
              <a:rPr lang="en-US" sz="2000" dirty="0"/>
              <a:t> Real-time view of active workers, daily attendance summary, and date-based filtering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000" b="1" dirty="0"/>
              <a:t>Admin User Management:</a:t>
            </a:r>
            <a:r>
              <a:rPr lang="en-US" sz="2000" dirty="0"/>
              <a:t> Add, edit, and delete user accounts from a centralized panel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000" b="1" dirty="0"/>
              <a:t>OCR-Powered Registration:</a:t>
            </a:r>
            <a:r>
              <a:rPr lang="en-US" sz="2000" dirty="0"/>
              <a:t> Upload a scanned registration form and PaddleOCR auto-extracts employee details (Name, Email, Phone, Role)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000" b="1" dirty="0"/>
              <a:t>Stored Procedures:</a:t>
            </a:r>
            <a:r>
              <a:rPr lang="en-US" sz="2000" dirty="0"/>
              <a:t> All database operations run through 20+ stored procedures for security and performance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8BF777-B69C-298C-2C80-8E2D68C89062}"/>
              </a:ext>
            </a:extLst>
          </p:cNvPr>
          <p:cNvSpPr/>
          <p:nvPr/>
        </p:nvSpPr>
        <p:spPr>
          <a:xfrm>
            <a:off x="11831444" y="7315200"/>
            <a:ext cx="2798956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87" y="7494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0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Outcomes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87" y="1608517"/>
            <a:ext cx="13042821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 fully functional, end-to-end shift management system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Workers can independently track their attendance digitally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Supervisors gain real-time visibility into workforce attendance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Admins can manage users efficiently with OCR-assisted registration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Eliminated manual attendance tracking and calculation errors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Secure, role-based access ensures data integrity</a:t>
            </a: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The modular architecture allows easy addition of new features such as leave management, overtime tracking, or shift scheduling in the future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93789" y="55325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035B76-5D7A-070B-3B79-47576ABF1B93}"/>
              </a:ext>
            </a:extLst>
          </p:cNvPr>
          <p:cNvSpPr/>
          <p:nvPr/>
        </p:nvSpPr>
        <p:spPr>
          <a:xfrm>
            <a:off x="11831444" y="7315200"/>
            <a:ext cx="2798956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93787" y="4757538"/>
            <a:ext cx="483870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Future Enhancements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793786" y="5532505"/>
            <a:ext cx="130428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Leave and overtime management modules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Email</a:t>
            </a:r>
            <a:r>
              <a:rPr lang="en-IN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notification</a:t>
            </a:r>
            <a:r>
              <a:rPr lang="en-IN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</a:t>
            </a: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for shift reminders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Advanced analytics and reporting dashboards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65789" y="37604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7200" b="1" dirty="0">
                <a:solidFill>
                  <a:srgbClr val="000000"/>
                </a:solidFill>
                <a:ea typeface="Inter Bold" pitchFamily="34" charset="-122"/>
                <a:cs typeface="Inter Bold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C1B422-9BCA-B989-25CD-42C6CA7ECDDC}"/>
              </a:ext>
            </a:extLst>
          </p:cNvPr>
          <p:cNvSpPr/>
          <p:nvPr/>
        </p:nvSpPr>
        <p:spPr>
          <a:xfrm>
            <a:off x="11831444" y="7315200"/>
            <a:ext cx="2798956" cy="9144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845</Words>
  <Application>Microsoft Office PowerPoint</Application>
  <PresentationFormat>Custom</PresentationFormat>
  <Paragraphs>103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Manoj kumar</cp:lastModifiedBy>
  <cp:revision>20</cp:revision>
  <dcterms:created xsi:type="dcterms:W3CDTF">2026-03-26T08:51:20Z</dcterms:created>
  <dcterms:modified xsi:type="dcterms:W3CDTF">2026-03-30T17:22:48Z</dcterms:modified>
</cp:coreProperties>
</file>